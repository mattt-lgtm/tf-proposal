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Nusoma Asset Management</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October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Sola Amosun &amp; Jim Lusher</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The final $25M of the $100M first close, committed by April 2027, with $75M already in. The first close is the foundation for the second and third phases of a $300M, ten-year real estate fund. The target is family offices and institutional-minded LPs who are used to fund structures and can commit in $1M units.</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Two LinkedIn profiles (Sola’s and Jim’s), run end to end by ThinkFISH in your voice. It works alongside your placement agents, not instead of them. We reach new family offices, SPV leads and HNW investors with recent liquidity who are outside your existing network. Every meeting is pre-qualified on check size and approved by you.</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$3,000 per month, flat, for both profiles. A six-month term with no opt-out, running to your April close. No setup fee, no success fee, no commission, no percentage of capital raised and no involvement in the transaction.</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goes live within two weeks of kickoff. The first qualified investor conversations come in weeks three and four. By December that builds to a steady 2–4 qualified meetings per week across both profiles, with weekly reporting and a January review. One honest note: this channel is unlikely to cover the full $25M on its own in six months. First commitments typically follow in months three and four, and $1M+ checks carry longer diligence. Our job is to put more of the right LPs in front of you before April. We’d rather you hear that from us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You’ve done the hard part. You have $75M committed, two placement agents working the raise, and a clear strategy: attainable housing across the Sunbelt and mixed-use and luxury condos in markets like Brentwood-Franklin and Charlotte. The last $25M is a different problem. It isn’t about the fund. The warm networks behind the first $75M are largely tapped, cold email doesn’t get answered at this tier, and the LPs you need next are people you haven’t met yet.</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At this stage, capital raising comes down to volume at the right tier. The variable you control is how many new, right-sized LP conversations reach your calendar every week, on top of what your placement agents bring.</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Almost two years to reach $75M. Email hasn’t worked, and LinkedIn hasn’t reached far enough beyond your existing connections.</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The first close sets up the second and third phases, and the fund’s guarantee backs the senior debt on the projects. All of it is gated on April.</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Sola and Jim running four channels at once, sourcing LPs themselves instead of meeting the ones who are ready to talk.</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Every month without new LPs in the pipeline pushes the first close past April, and takes away the year-end momentum you want to bring into phase two.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Family Offices with Real Estate Allocations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Single and multi-family offices that already invest in diversified real estate funds and can commit in $1M units. This is the institutional tier Jim asked us to stay focused on.</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SPV Leads &amp; Investor Syndicates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Leads who write $250K–$500K themselves and bring several co-investors in as one SPV. That is $1M–$2M arriving as a single LP on your cap table.</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HNW Investors with Recent Liquidity</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Founders with recent exits and investors facing a tax liability who self-select at $500K+. Real estate with a credit-enhancement story suits their need for yield and tax efficiency.</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Prior LPs in Sunbelt &amp; Attainable Housing</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Investors in multifamily, workforce housing and Sunbelt development funds, including those in our database with a similar thesis, for whom Nashville and the Southeast need no explaining.</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199632"/>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These segments are our starting point. During onboarding we’ll plan a fuller outline with you, covering check-size floors, geographies, conference lists and exclusions, including everyone your agents are already talking to.</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One Engine, Alongside Your Agents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WHERE THINKFISH FITS IN THE RAISE YOU’RE ALREADY RUNNING</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SOLA + JIM  ·  TWO PROFILES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Outreach runs from both of your profiles. Investors at this level reply to the principals, not to a third party. We split the segments between you based on your backgrounds and confirm the split in the first onboarding session. Each profile has its own audience, scripts and scorecard.</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REEF  ·  RETARGETING</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Alongside new outreach, we retarget our internal database of 10k+ investors who opted in to deal flow, filtered for a real estate thesis close to yours: multifamily, attainable housing and Sunbelt development. It’s the warmest starting point we have.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CONFERENCES &amp; SIGNALS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Targeting goes well beyond titles and LinkedIn groups. We use conference attendee and speaker lists, past exits and investments, alumni groups and syndicates. Where it helps, we book meetings around the events your target LPs attend, whether or not you’re there.</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HOW IT FITS WITH YOUR PLACEMENT AGENTS</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Your placement agents work their relationships, and we bring in LPs from outside them. Everyone already in conversation with your agents goes on the do-not-contact list, so nobody hears from Nusoma twice. One account manager, one CRM and one weekly report cover both profiles. Whatever works for the first close carries straight into phase two.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 aim for 600–800 InMails and 600–800 connection invites per profile every month from Sola’s and Jim’s accounts once they’re fully warmed up. Every touch is scored and hand-reviewed before it goes out.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(December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1–2 per profile per week once calibrated. The $1M+ tier is thinner, so expect most early meetings at $500K+ and a growing share at $1M+. This isn’t a guarantee, but it’s the range we deliver consistently.</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the ICP, audiences, scripts and profile warm-up. Live outreach starts in week three, and the first replies and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with a family office, fund or high-net-worth investor who has a verified history of similar investments, passed scoring and human review, confirmed check size on booking, and whose briefing you approved. LP commitments at this size take time. First commitments typically come in months three and four, and $1M+ checks carry longer diligence. We’ll get the right LPs onto your calendars quickly, but the close depends on your process. We’d rather you hear that from us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NOVEMBER</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Onboarding with your team</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ICP and audiences built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Profiles optimized and warmed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Scripts approved in your voice</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LATE NOV</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both LinkedIn profiles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Reef retargeting by thesis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booked LP calls</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DECEMBER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Steady weekly flow of LP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real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Segment reporting: what converts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JANUARY</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Review &amp; Push</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Review of three months of data</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Double down on converting segments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Plan months 4–6 to the April close</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JANUARY REVIEW</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January you’ll have three months of real numbers on audience quality, meeting quality and which segments are committing capital. We use that review to aim February through April at the LPs most likely to close before your April deadline. It also sets up the targeting for the second close, so phase two starts with a proven audience.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month</a:t>
            </a:r>
          </a:p>
        </p:txBody>
      </p:sp>
      <p:sp>
        <p:nvSpPr>
          <p:cNvPr id="9" name="Text 6"/>
          <p:cNvSpPr/>
          <p:nvPr/>
        </p:nvSpPr>
        <p:spPr>
          <a:xfrm>
            <a:off x="886968" y="352044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6-month term  ·  No opt-out  ·  Two profiles included</a:t>
            </a:r>
            <a:endParaRPr lang="en-US" sz="1200" dirty="0"/>
          </a:p>
        </p:txBody>
      </p:sp>
      <p:sp>
        <p:nvSpPr>
          <p:cNvPr id="10" name="Text 7"/>
          <p:cNvSpPr/>
          <p:nvPr/>
        </p:nvSpPr>
        <p:spPr>
          <a:xfrm>
            <a:off x="886968" y="3977640"/>
            <a:ext cx="4892040" cy="205740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Two LinkedIn profiles (Sola + Jim), fully managed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campaign execution for the first close,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&amp; pitch positioning support</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new LP channel on a flat fee, working alongside placement agents who are paid on success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No percentage of capital raised. Every dollar committed through these meetings goes into the fund.</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team working the conversations every day. Sola and Jim only take the meetings.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One dedicated account manager, one CRM and one weekly report covering both profiles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Six months of targeting data on which LPs commit, ready for the second close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Sola and Jim,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Share this deck and the agreement with your team. Book a 45-minute call through Matt’s Calendly link with Sola, Jim and the rest of your team. Matt and our CEO will join to answer the remaining questions and talk through where our own real estate network may help.</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When you’re ready, sign the agreement and we book onboarding that week. That’s a one-hour call with Freizle, our COO, to walk through the process and connect both LinkedIn profiles, followed by a short intake form.</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Both profiles go live within two weeks of kickoff. The first qualified LP conversations land on your calendars in weeks three and four, then build to a steady weekly rhythm through December and into the January review.</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Sola’s and Jim’s LinkedIn accounts to our system. No passwords or login credentials are needed. Share the fund materials and any LP lists or past conversations, including investors who have passed. Send us the list of everyone your placement agents are working, as a do-not-contact list. Fill in the intake form, and give us a Calendly link for each of you.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600–800 InMails and 600–800 connection invites per profile every month from Sola’s and Jim’s accounts, in your voice, once fully warmed up. Every InMail credit in your Sales Navigator plans gets used.</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